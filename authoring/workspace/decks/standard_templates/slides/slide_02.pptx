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A35"/>
                </a:solidFill>
              </a:rPr>
              <a:t>Monthly active accounts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accounts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14</c:v>
                </c:pt>
                <c:pt idx="2">
                  <c:v>15</c:v>
                </c:pt>
                <c:pt idx="3">
                  <c:v>18</c:v>
                </c:pt>
                <c:pt idx="4">
                  <c:v>24</c:v>
                </c:pt>
                <c:pt idx="5">
                  <c:v>28</c:v>
                </c:pt>
                <c:pt idx="6">
                  <c:v>30</c:v>
                </c:pt>
                <c:pt idx="7">
                  <c:v>31</c:v>
                </c:pt>
                <c:pt idx="8">
                  <c:v>30</c:v>
                </c:pt>
                <c:pt idx="9">
                  <c:v>33</c:v>
                </c:pt>
                <c:pt idx="10">
                  <c:v>38</c:v>
                </c:pt>
                <c:pt idx="11">
                  <c:v>42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Adoption Trend — Last 12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Steady month-over-month gains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Inflection at the May release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Plateau in late summer, expected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Q4 push tied to onboarding revamp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0" y="1325880"/>
          <a:ext cx="560527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2 · bullets + line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