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222A35"/>
                </a:solidFill>
                <a:latin typeface="Calibri"/>
              </a:rPr>
              <a:t>Why This Launch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640080" cy="28575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222A35"/>
                </a:solidFill>
                <a:latin typeface="Calibri"/>
              </a:rPr>
              <a:t>The first release to unify ingest, review, and compose in one path.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A35"/>
                </a:solidFill>
                <a:latin typeface="Calibri"/>
              </a:rPr>
              <a:t>•  Cuts setup time from an afternoon to ten minutes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A35"/>
                </a:solidFill>
                <a:latin typeface="Calibri"/>
              </a:rPr>
              <a:t>•  Unlocks templated decks for non-design users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A35"/>
                </a:solidFill>
                <a:latin typeface="Calibri"/>
              </a:rPr>
              <a:t>•  Sets the foundation for the v6 redesign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A35"/>
                </a:solidFill>
                <a:latin typeface="Calibri"/>
              </a:rPr>
              <a:t>•  Lands ahead of the annual user conference</a:t>
            </a:r>
          </a:p>
        </p:txBody>
      </p:sp>
      <p:pic>
        <p:nvPicPr>
          <p:cNvPr id="5" name="her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5605272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382"/>
                </a:solidFill>
                <a:latin typeface="Calibri"/>
              </a:rPr>
              <a:t>Template 9 · lead + sub-bullets + 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