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A35"/>
                </a:solidFill>
              </a:rPr>
              <a:t>Operating margin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 margin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last</c:v>
                </c:pt>
                <c:pt idx="1">
                  <c:v>Q1</c:v>
                </c:pt>
                <c:pt idx="2">
                  <c:v>Q2</c:v>
                </c:pt>
                <c:pt idx="3">
                  <c:v>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Operating Leverage Improving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35"/>
                </a:solidFill>
                <a:latin typeface="Calibri"/>
              </a:rPr>
              <a:t>Operating margin expanded for the fourth consecutive quarter as the platform-mix shift fed through to gross margin and headcount growth continued to lag revenue. Q3 marks the first period above the 20% operating-margin target set at the start of the year.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0" y="1325880"/>
          <a:ext cx="560527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6 · paragraph + column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