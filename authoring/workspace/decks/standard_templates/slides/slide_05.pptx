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222A35"/>
                </a:solidFill>
                <a:latin typeface="Calibri"/>
              </a:rPr>
              <a:t>Top Accounts —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640080" cy="28575"/>
          </a:xfrm>
          <a:prstGeom prst="rect">
            <a:avLst/>
          </a:prstGeom>
          <a:solidFill>
            <a:srgbClr val="1F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All top-10 are renewal-ready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Two upsell motions in flight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One at-risk with mitigation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A35"/>
                </a:solidFill>
                <a:latin typeface="Calibri"/>
              </a:rPr>
              <a:t>•  Coverage 1.6x on the segment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325880"/>
          <a:ext cx="560527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424"/>
                <a:gridCol w="1868424"/>
                <a:gridCol w="1868424"/>
              </a:tblGrid>
              <a:tr h="79248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Account</a:t>
                      </a:r>
                    </a:p>
                  </a:txBody>
                  <a:tcPr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ARR</a:t>
                      </a:r>
                    </a:p>
                  </a:txBody>
                  <a:tcPr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F4E8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Acme Co.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Renewal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Globex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$0.9M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Upsell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Initech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$0.7M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At risk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Umbrella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$0.6M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Renewal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Stark Ind.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$0.5M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A35"/>
                          </a:solidFill>
                        </a:rPr>
                        <a:t>Renewal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382"/>
                </a:solidFill>
                <a:latin typeface="Calibri"/>
              </a:rPr>
              <a:t>Template 5 · bullets +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