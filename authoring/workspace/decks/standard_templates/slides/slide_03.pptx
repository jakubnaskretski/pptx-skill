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222A35"/>
                </a:solidFill>
              </a:rPr>
              <a:t>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Add-ons</c:v>
                </c:pt>
                <c:pt idx="2">
                  <c:v>Services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22</c:v>
                </c:pt>
                <c:pt idx="2">
                  <c:v>18</c:v>
                </c:pt>
                <c:pt idx="3">
                  <c:v>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Revenue Mix by Product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Platform remains the anchor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Add-ons crossed 20% mix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Services held steady at 11%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Targeting 25% add-on mix by EOY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3 · bullets + pie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