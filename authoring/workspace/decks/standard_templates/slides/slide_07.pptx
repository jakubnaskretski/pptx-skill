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New Onboarding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22A35"/>
                </a:solidFill>
                <a:latin typeface="Calibri"/>
              </a:rPr>
              <a:t>We rebuilt onboarding around a single guided checklist, with the team's most-used templates surfaced inline. Early users complete the first action in under three minutes and reach the activation event twice as fast as the previous flow.</a:t>
            </a:r>
          </a:p>
        </p:txBody>
      </p:sp>
      <p:pic>
        <p:nvPicPr>
          <p:cNvPr id="5" name="her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605272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7 · paragraph + 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