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A35"/>
                </a:solidFill>
              </a:rPr>
              <a:t>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Americas</c:v>
                </c:pt>
                <c:pt idx="1">
                  <c:v>EMEA</c:v>
                </c:pt>
                <c:pt idx="2">
                  <c:v>APAC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52</c:v>
                </c:pt>
                <c:pt idx="2">
                  <c:v>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Quarterly Revenue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Strong rebound vs. prior period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EMEA leads regional growth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Margin recovered to plan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New logo motion fully ramped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Pipeline coverage healthy into Q4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0" y="1325880"/>
          <a:ext cx="560527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1 · bullets + bar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