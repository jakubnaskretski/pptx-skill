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A35"/>
                </a:solidFill>
              </a:rPr>
              <a:t>Quarterly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 (E)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33</c:v>
                </c:pt>
                <c:pt idx="2">
                  <c:v>41</c:v>
                </c:pt>
                <c:pt idx="3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1F4E8C"/>
                </a:solidFill>
                <a:latin typeface="Calibri"/>
              </a:rPr>
              <a:t>+38%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382"/>
                </a:solidFill>
                <a:latin typeface="Calibri"/>
              </a:rPr>
              <a:t>Year-over-year revenue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1F4E8C"/>
                </a:solidFill>
                <a:latin typeface="Calibri"/>
              </a:rPr>
              <a:t>4.7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382"/>
                </a:solidFill>
                <a:latin typeface="Calibri"/>
              </a:rPr>
              <a:t>Customer satisfaction score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325880"/>
          <a:ext cx="560527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10 · KPI stats + column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