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Product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Updated home dashboard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One-click templates panel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New keyboard-driven nav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Inline review and accept</a:t>
            </a:r>
          </a:p>
        </p:txBody>
      </p:sp>
      <p:pic>
        <p:nvPicPr>
          <p:cNvPr id="5" name="her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605272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4 · bullets +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