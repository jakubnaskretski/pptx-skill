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222A35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640080" cy="28575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14630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4E8C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94767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222A35"/>
                </a:solidFill>
                <a:latin typeface="Calibri"/>
              </a:rPr>
              <a:t>Where we 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06040"/>
            <a:ext cx="11274552" cy="9525"/>
          </a:xfrm>
          <a:prstGeom prst="rect">
            <a:avLst/>
          </a:prstGeom>
          <a:solidFill>
            <a:srgbClr val="D8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4630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4E8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1635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222A35"/>
                </a:solidFill>
                <a:latin typeface="Calibri"/>
              </a:rPr>
              <a:t>What changed this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11274552" cy="9525"/>
          </a:xfrm>
          <a:prstGeom prst="rect">
            <a:avLst/>
          </a:prstGeom>
          <a:solidFill>
            <a:srgbClr val="D8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14630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4E8C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68503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222A35"/>
                </a:solidFill>
                <a:latin typeface="Calibri"/>
              </a:rPr>
              <a:t>The product roadmap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74552" cy="9525"/>
          </a:xfrm>
          <a:prstGeom prst="rect">
            <a:avLst/>
          </a:prstGeom>
          <a:solidFill>
            <a:srgbClr val="D8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389119"/>
            <a:ext cx="14630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4E8C"/>
                </a:solidFill>
                <a:latin typeface="Calibr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553711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222A35"/>
                </a:solidFill>
                <a:latin typeface="Calibri"/>
              </a:rPr>
              <a:t>Investment priorities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212079"/>
            <a:ext cx="11274552" cy="9525"/>
          </a:xfrm>
          <a:prstGeom prst="rect">
            <a:avLst/>
          </a:prstGeom>
          <a:solidFill>
            <a:srgbClr val="D8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257800"/>
            <a:ext cx="14630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4E8C"/>
                </a:solidFill>
                <a:latin typeface="Calibr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42239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222A35"/>
                </a:solidFill>
                <a:latin typeface="Calibri"/>
              </a:rPr>
              <a:t>Next 90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382"/>
                </a:solidFill>
                <a:latin typeface="Calibri"/>
              </a:rPr>
              <a:t>Template · agenda / TOC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