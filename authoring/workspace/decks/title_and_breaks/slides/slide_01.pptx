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4E8C"/>
                </a:solidFill>
                <a:latin typeface="Calibri"/>
              </a:rPr>
              <a:t>ANNUAL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22A35"/>
                </a:solidFill>
                <a:latin typeface="Calibri"/>
              </a:rPr>
              <a:t>FY26 Business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6B7382"/>
                </a:solidFill>
                <a:latin typeface="Calibri"/>
              </a:rPr>
              <a:t>Markets, momentum, and the path through next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22A35"/>
                </a:solidFill>
                <a:latin typeface="Calibri"/>
              </a:rPr>
              <a:t>Jakub Naskretski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2"/>
                </a:solidFill>
                <a:latin typeface="Calibri"/>
              </a:rPr>
              <a:t>Q4 board review ·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title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