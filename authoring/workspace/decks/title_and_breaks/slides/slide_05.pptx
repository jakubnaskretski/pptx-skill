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1F4E8C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060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222A35"/>
                </a:solidFill>
                <a:latin typeface="Calibri"/>
              </a:rPr>
              <a:t>We stopped building features to fill a roadmap and started building the three things customers asked for every quarter.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B7382"/>
                </a:solidFill>
                <a:latin typeface="Calibri"/>
              </a:rPr>
              <a:t>— Internal product review,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pull quote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