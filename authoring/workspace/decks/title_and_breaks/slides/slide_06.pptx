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6647" y="2103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4E8C"/>
                </a:solidFill>
                <a:latin typeface="Calibri"/>
              </a:rPr>
              <a:t>QUESTIONS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647" y="26060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222A35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47" y="42062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6B7382"/>
                </a:solidFill>
                <a:latin typeface="Calibri"/>
              </a:rPr>
              <a:t>Reach out — happy to dig deeper on any of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647" y="5074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222A35"/>
                </a:solidFill>
                <a:latin typeface="Calibri"/>
              </a:rPr>
              <a:t>jakub@example.com · linkedin.com/in/jakubnaskretski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382"/>
                </a:solidFill>
                <a:latin typeface="Calibri"/>
              </a:rPr>
              <a:t>Template · closing /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