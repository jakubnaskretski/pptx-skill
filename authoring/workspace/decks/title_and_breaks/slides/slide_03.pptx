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21945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4E8C"/>
                </a:solidFill>
                <a:latin typeface="Calibri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278892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222A35"/>
                </a:solidFill>
                <a:latin typeface="Calibri"/>
              </a:rPr>
              <a:t>What changed this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5767" y="4434840"/>
            <a:ext cx="128016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section break (big text)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