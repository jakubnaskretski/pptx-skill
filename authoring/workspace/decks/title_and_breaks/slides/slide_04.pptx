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647" y="155448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1">
                <a:solidFill>
                  <a:srgbClr val="1F4E8C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4434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222A35"/>
                </a:solidFill>
                <a:latin typeface="Calibri"/>
              </a:rPr>
              <a:t>The 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47" y="5257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B7382"/>
                </a:solidFill>
                <a:latin typeface="Calibri"/>
              </a:rPr>
              <a:t>Where the next four releases take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section break (big number)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